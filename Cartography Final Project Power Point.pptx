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P3UJZmT44slCCxSwzU+YLLQKc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or Miclette" userId="43cdd71a-43a3-4914-aa91-8d4b9b84808e" providerId="ADAL" clId="{809A2075-0238-4346-AC42-C96B30AD7D6E}"/>
    <pc:docChg chg="undo custSel modSld">
      <pc:chgData name="Connor Miclette" userId="43cdd71a-43a3-4914-aa91-8d4b9b84808e" providerId="ADAL" clId="{809A2075-0238-4346-AC42-C96B30AD7D6E}" dt="2026-05-06T16:15:57.318" v="24" actId="1076"/>
      <pc:docMkLst>
        <pc:docMk/>
      </pc:docMkLst>
      <pc:sldChg chg="modSp mod">
        <pc:chgData name="Connor Miclette" userId="43cdd71a-43a3-4914-aa91-8d4b9b84808e" providerId="ADAL" clId="{809A2075-0238-4346-AC42-C96B30AD7D6E}" dt="2026-05-06T16:15:40.285" v="23" actId="20577"/>
        <pc:sldMkLst>
          <pc:docMk/>
          <pc:sldMk cId="0" sldId="263"/>
        </pc:sldMkLst>
        <pc:spChg chg="mod">
          <ac:chgData name="Connor Miclette" userId="43cdd71a-43a3-4914-aa91-8d4b9b84808e" providerId="ADAL" clId="{809A2075-0238-4346-AC42-C96B30AD7D6E}" dt="2026-05-06T16:15:40.285" v="23" actId="20577"/>
          <ac:spMkLst>
            <pc:docMk/>
            <pc:sldMk cId="0" sldId="263"/>
            <ac:spMk id="134" creationId="{00000000-0000-0000-0000-000000000000}"/>
          </ac:spMkLst>
        </pc:spChg>
      </pc:sldChg>
      <pc:sldChg chg="modSp mod">
        <pc:chgData name="Connor Miclette" userId="43cdd71a-43a3-4914-aa91-8d4b9b84808e" providerId="ADAL" clId="{809A2075-0238-4346-AC42-C96B30AD7D6E}" dt="2026-05-06T15:15:10.826" v="1" actId="20577"/>
        <pc:sldMkLst>
          <pc:docMk/>
          <pc:sldMk cId="0" sldId="264"/>
        </pc:sldMkLst>
        <pc:spChg chg="mod">
          <ac:chgData name="Connor Miclette" userId="43cdd71a-43a3-4914-aa91-8d4b9b84808e" providerId="ADAL" clId="{809A2075-0238-4346-AC42-C96B30AD7D6E}" dt="2026-05-06T15:15:10.826" v="1" actId="20577"/>
          <ac:spMkLst>
            <pc:docMk/>
            <pc:sldMk cId="0" sldId="264"/>
            <ac:spMk id="144" creationId="{00000000-0000-0000-0000-000000000000}"/>
          </ac:spMkLst>
        </pc:spChg>
      </pc:sldChg>
      <pc:sldChg chg="modSp mod">
        <pc:chgData name="Connor Miclette" userId="43cdd71a-43a3-4914-aa91-8d4b9b84808e" providerId="ADAL" clId="{809A2075-0238-4346-AC42-C96B30AD7D6E}" dt="2026-05-06T16:14:53.184" v="12" actId="20577"/>
        <pc:sldMkLst>
          <pc:docMk/>
          <pc:sldMk cId="0" sldId="265"/>
        </pc:sldMkLst>
        <pc:spChg chg="mod">
          <ac:chgData name="Connor Miclette" userId="43cdd71a-43a3-4914-aa91-8d4b9b84808e" providerId="ADAL" clId="{809A2075-0238-4346-AC42-C96B30AD7D6E}" dt="2026-05-06T16:14:53.184" v="12" actId="20577"/>
          <ac:spMkLst>
            <pc:docMk/>
            <pc:sldMk cId="0" sldId="265"/>
            <ac:spMk id="150" creationId="{00000000-0000-0000-0000-000000000000}"/>
          </ac:spMkLst>
        </pc:spChg>
      </pc:sldChg>
      <pc:sldChg chg="modSp mod">
        <pc:chgData name="Connor Miclette" userId="43cdd71a-43a3-4914-aa91-8d4b9b84808e" providerId="ADAL" clId="{809A2075-0238-4346-AC42-C96B30AD7D6E}" dt="2026-05-06T16:15:57.318" v="24" actId="1076"/>
        <pc:sldMkLst>
          <pc:docMk/>
          <pc:sldMk cId="0" sldId="266"/>
        </pc:sldMkLst>
        <pc:spChg chg="mod">
          <ac:chgData name="Connor Miclette" userId="43cdd71a-43a3-4914-aa91-8d4b9b84808e" providerId="ADAL" clId="{809A2075-0238-4346-AC42-C96B30AD7D6E}" dt="2026-05-06T16:15:16.913" v="16" actId="1076"/>
          <ac:spMkLst>
            <pc:docMk/>
            <pc:sldMk cId="0" sldId="266"/>
            <ac:spMk id="161" creationId="{00000000-0000-0000-0000-000000000000}"/>
          </ac:spMkLst>
        </pc:spChg>
        <pc:spChg chg="mod">
          <ac:chgData name="Connor Miclette" userId="43cdd71a-43a3-4914-aa91-8d4b9b84808e" providerId="ADAL" clId="{809A2075-0238-4346-AC42-C96B30AD7D6E}" dt="2026-05-06T16:15:57.318" v="24" actId="1076"/>
          <ac:spMkLst>
            <pc:docMk/>
            <pc:sldMk cId="0" sldId="266"/>
            <ac:spMk id="1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af04e863e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af04e863e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f04e863e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f04e863e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af04e863e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af04e863e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c577345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c577345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2bf3f2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c2bf3f2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bc5f90e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bc5f90e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laude.ai/share/9f79f00a-a461-48fc-aae2-e8819822c7a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uthern.scec.org/article/82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www.conservation.ca.gov/index/Pages/CA-big-quakes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af04e863e_1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daf04e863e_1_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g3daf04e863e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daf04e863e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af04e863e_1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daf04e863e_1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g3daf04e863e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c57734560_0_0"/>
          <p:cNvSpPr txBox="1">
            <a:spLocks noGrp="1"/>
          </p:cNvSpPr>
          <p:nvPr>
            <p:ph type="title"/>
          </p:nvPr>
        </p:nvSpPr>
        <p:spPr>
          <a:xfrm>
            <a:off x="838200" y="558075"/>
            <a:ext cx="10515600" cy="758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60"/>
              <a:t>Leveraging AI to Build a Dynamic Scrollytelling Web Interface</a:t>
            </a:r>
            <a:endParaRPr sz="2960"/>
          </a:p>
        </p:txBody>
      </p:sp>
      <p:pic>
        <p:nvPicPr>
          <p:cNvPr id="109" name="Google Shape;109;g3dc5773456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75" y="1316475"/>
            <a:ext cx="49339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dc5773456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5775" y="1468875"/>
            <a:ext cx="6563825" cy="4412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dc5773456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dc57734560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272925" y="118700"/>
            <a:ext cx="6636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1952 Kerns County	7.3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272925" y="976075"/>
            <a:ext cx="602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killed, 3 shocks greater than 6 over the next five days</a:t>
            </a:r>
            <a:endParaRPr/>
          </a:p>
        </p:txBody>
      </p:sp>
      <p:pic>
        <p:nvPicPr>
          <p:cNvPr id="119" name="Google Shape;1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25" y="1433200"/>
            <a:ext cx="5829300" cy="51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6402575" y="361650"/>
            <a:ext cx="5237100" cy="6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 wanted my population data to show the volume of people affected by earthquakes. The population data provides the bridge between the earthquake data and the monetary cost data.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 found what I wanted with California State Geoportal.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Important things I learned: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search should include shapefile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be persistent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be flexible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The HTML file was a challenge.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I used AI to help build the HTML file and add the circles and popups.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Copilot didn’t work I had success with Chatbox GPT.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Important things I learned: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Need help, ASK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Save early and save often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Be patient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c2bf3f2ea_0_4"/>
          <p:cNvSpPr txBox="1">
            <a:spLocks noGrp="1"/>
          </p:cNvSpPr>
          <p:nvPr>
            <p:ph type="title"/>
          </p:nvPr>
        </p:nvSpPr>
        <p:spPr>
          <a:xfrm>
            <a:off x="838200" y="558075"/>
            <a:ext cx="10515600" cy="758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- Words Matter</a:t>
            </a:r>
            <a:endParaRPr/>
          </a:p>
        </p:txBody>
      </p:sp>
      <p:pic>
        <p:nvPicPr>
          <p:cNvPr id="126" name="Google Shape;126;g3dc2bf3f2ea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8875"/>
            <a:ext cx="41529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dc2bf3f2ea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64200"/>
            <a:ext cx="5103601" cy="43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dc2bf3f2ea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8401" y="1468875"/>
            <a:ext cx="46767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dc2bf3f2ea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8401" y="2249925"/>
            <a:ext cx="5513091" cy="44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>
            <a:spLocks noGrp="1"/>
          </p:cNvSpPr>
          <p:nvPr>
            <p:ph type="title"/>
          </p:nvPr>
        </p:nvSpPr>
        <p:spPr>
          <a:xfrm>
            <a:off x="5740150" y="386675"/>
            <a:ext cx="561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1906 San Francisco Earthquake	   7.8</a:t>
            </a:r>
            <a:endParaRPr dirty="0"/>
          </a:p>
        </p:txBody>
      </p:sp>
      <p:pic>
        <p:nvPicPr>
          <p:cNvPr id="135" name="Google Shape;135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797200" y="2611927"/>
            <a:ext cx="5763300" cy="34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 txBox="1"/>
          <p:nvPr/>
        </p:nvSpPr>
        <p:spPr>
          <a:xfrm>
            <a:off x="5740162" y="6101987"/>
            <a:ext cx="609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https://www.opensfhistory.org/Photoset/1906_Earthquake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5839900" y="1551650"/>
            <a:ext cx="5414100" cy="6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Approximately 3,000 killed and 225,000 displaced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455400" y="924225"/>
            <a:ext cx="5116800" cy="53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Mapbox and Tilesets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Finding compatible data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Hosting on MapBox via Github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248575" y="133650"/>
            <a:ext cx="1113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AI Enabled Vibe Coding and MapBox</a:t>
            </a:r>
            <a:endParaRPr sz="2600"/>
          </a:p>
        </p:txBody>
      </p:sp>
      <p:sp>
        <p:nvSpPr>
          <p:cNvPr id="144" name="Google Shape;144;p3"/>
          <p:cNvSpPr txBox="1"/>
          <p:nvPr/>
        </p:nvSpPr>
        <p:spPr>
          <a:xfrm>
            <a:off x="248575" y="630800"/>
            <a:ext cx="5004600" cy="56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A steep learning curve: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Learning to code with AI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</a:rPr>
              <a:t>ChatGPT learning curve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</a:rPr>
              <a:t>Editing code with ChatGPT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 err="1">
                <a:solidFill>
                  <a:schemeClr val="dk1"/>
                </a:solidFill>
              </a:rPr>
              <a:t>MapBox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</a:rPr>
              <a:t>Publishing revisions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</a:rPr>
              <a:t>Finding compatible data sets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175" y="927921"/>
            <a:ext cx="6601301" cy="538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5639100" y="325000"/>
            <a:ext cx="6260100" cy="7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3500" dirty="0"/>
              <a:t>1989 Bay Area	</a:t>
            </a:r>
            <a:r>
              <a:rPr lang="en-US" dirty="0"/>
              <a:t>	6.9</a:t>
            </a:r>
            <a:endParaRPr dirty="0"/>
          </a:p>
        </p:txBody>
      </p:sp>
      <p:pic>
        <p:nvPicPr>
          <p:cNvPr id="151" name="Google Shape;151;p10" descr="The image shows a busy industrial area with a warehouse, a road with multiple lanes, and a few cargo ships in the background.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9500" y="1692275"/>
            <a:ext cx="6179701" cy="46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0"/>
          <p:cNvSpPr txBox="1"/>
          <p:nvPr/>
        </p:nvSpPr>
        <p:spPr>
          <a:xfrm>
            <a:off x="5505149" y="6424975"/>
            <a:ext cx="660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https://www.ocregister.com/2017/10/16/photos-the-1989-loma-prieta-earthquake-a-look-back/</a:t>
            </a:r>
            <a:endParaRPr sz="800"/>
          </a:p>
        </p:txBody>
      </p:sp>
      <p:sp>
        <p:nvSpPr>
          <p:cNvPr id="153" name="Google Shape;153;p10"/>
          <p:cNvSpPr txBox="1"/>
          <p:nvPr/>
        </p:nvSpPr>
        <p:spPr>
          <a:xfrm>
            <a:off x="5719500" y="996600"/>
            <a:ext cx="617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 killed, 3,753 injured, and 10 billion dollars in damage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228600" y="289050"/>
            <a:ext cx="4989000" cy="6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Goals of the Map: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Interactive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Display Severity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Show specific County losses from Earthquakes in $USD amount</a:t>
            </a: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Mapping Challenges: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Data acquisition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Data conversion</a:t>
            </a:r>
            <a:endParaRPr sz="2500">
              <a:solidFill>
                <a:schemeClr val="dk1"/>
              </a:solidFill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Mapbox styles not cooperating</a:t>
            </a: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Use of AI and References:</a:t>
            </a:r>
            <a:endParaRPr sz="25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hlinkClick r:id="rId4"/>
              </a:rPr>
              <a:t>https://claude.ai/share/9f79f00a-a461-48fc-aae2-e8819822c7ae</a:t>
            </a:r>
            <a:endParaRPr sz="1100">
              <a:solidFill>
                <a:schemeClr val="dk1"/>
              </a:solidFill>
            </a:endParaRPr>
          </a:p>
          <a:p>
            <a:pPr marL="355600" lvl="0" indent="-12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“Map Sheet 48 (2025 Update) - Annualized Earthquake Loss.” </a:t>
            </a:r>
            <a:r>
              <a:rPr lang="en-US" sz="1100" i="1">
                <a:solidFill>
                  <a:schemeClr val="dk1"/>
                </a:solidFill>
              </a:rPr>
              <a:t>California State Geoportal</a:t>
            </a:r>
            <a:r>
              <a:rPr lang="en-US" sz="1100">
                <a:solidFill>
                  <a:schemeClr val="dk1"/>
                </a:solidFill>
              </a:rPr>
              <a:t>, gis.data.ca.gov/datasets/cadoc::map-sheet-48-2025-update-annualized-earthquake-loss-1/about?layer=0. Accessed 29 Apr. 2026.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bc5f90e24_0_0"/>
          <p:cNvSpPr txBox="1">
            <a:spLocks noGrp="1"/>
          </p:cNvSpPr>
          <p:nvPr>
            <p:ph type="title"/>
          </p:nvPr>
        </p:nvSpPr>
        <p:spPr>
          <a:xfrm>
            <a:off x="602750" y="571025"/>
            <a:ext cx="3402300" cy="773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 sz="4000"/>
          </a:p>
        </p:txBody>
      </p:sp>
      <p:pic>
        <p:nvPicPr>
          <p:cNvPr id="160" name="Google Shape;160;g3dbc5f90e2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00" y="1462548"/>
            <a:ext cx="11045400" cy="496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dbc5f90e24_0_0"/>
          <p:cNvSpPr txBox="1"/>
          <p:nvPr/>
        </p:nvSpPr>
        <p:spPr>
          <a:xfrm>
            <a:off x="6348135" y="251652"/>
            <a:ext cx="5788633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</a:rPr>
              <a:t>1925 Santa Barbara	</a:t>
            </a:r>
            <a:r>
              <a:rPr lang="en-US" sz="3600" dirty="0">
                <a:solidFill>
                  <a:schemeClr val="dk1"/>
                </a:solidFill>
              </a:rPr>
              <a:t>6.8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162" name="Google Shape;162;g3dbc5f90e24_0_0"/>
          <p:cNvSpPr txBox="1"/>
          <p:nvPr/>
        </p:nvSpPr>
        <p:spPr>
          <a:xfrm>
            <a:off x="6348135" y="696575"/>
            <a:ext cx="5843865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</a:rPr>
              <a:t>13 killed 8 Million dollars in damage</a:t>
            </a:r>
            <a:r>
              <a:rPr lang="en-US" sz="2800" dirty="0">
                <a:solidFill>
                  <a:schemeClr val="dk1"/>
                </a:solidFill>
              </a:rPr>
              <a:t> </a:t>
            </a: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163" name="Google Shape;163;g3dbc5f90e24_0_0"/>
          <p:cNvSpPr txBox="1"/>
          <p:nvPr/>
        </p:nvSpPr>
        <p:spPr>
          <a:xfrm>
            <a:off x="602750" y="6429375"/>
            <a:ext cx="29871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Santa Barbara Historical Museum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4218000" cy="8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</a:t>
            </a:r>
            <a:r>
              <a:rPr lang="en-US" sz="4000"/>
              <a:t>orks Cited</a:t>
            </a:r>
            <a:endParaRPr sz="4000"/>
          </a:p>
        </p:txBody>
      </p:sp>
      <p:sp>
        <p:nvSpPr>
          <p:cNvPr id="169" name="Google Shape;169;p11"/>
          <p:cNvSpPr txBox="1"/>
          <p:nvPr/>
        </p:nvSpPr>
        <p:spPr>
          <a:xfrm>
            <a:off x="295825" y="1378075"/>
            <a:ext cx="53877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Southern California Earthquake Center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https://southern.scec.org/article/823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Callifornia Department of Conservation,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https://www.conservation.ca.gov/index/Pages/CA-big-quakes.aspx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USGS.gov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0" name="Google Shape;17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2875" y="1001775"/>
            <a:ext cx="5782225" cy="53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 txBox="1"/>
          <p:nvPr/>
        </p:nvSpPr>
        <p:spPr>
          <a:xfrm>
            <a:off x="6252875" y="6373925"/>
            <a:ext cx="2272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USGS.gov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6252875" y="363075"/>
            <a:ext cx="53877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San Andreas Fault</a:t>
            </a:r>
            <a:r>
              <a:rPr lang="en-US" sz="2800">
                <a:solidFill>
                  <a:schemeClr val="dk1"/>
                </a:solidFill>
              </a:rPr>
              <a:t>, </a:t>
            </a:r>
            <a:r>
              <a:rPr lang="en-US" sz="2500">
                <a:solidFill>
                  <a:schemeClr val="dk1"/>
                </a:solidFill>
              </a:rPr>
              <a:t>aerial view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73" name="Google Shape;173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5825" y="4050000"/>
            <a:ext cx="5652225" cy="23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/>
        </p:nvSpPr>
        <p:spPr>
          <a:xfrm>
            <a:off x="295825" y="6373925"/>
            <a:ext cx="20880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dreamstime.com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390</Words>
  <Application>Microsoft Office PowerPoint</Application>
  <PresentationFormat>Widescreen</PresentationFormat>
  <Paragraphs>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Leveraging AI to Build a Dynamic Scrollytelling Web Interface</vt:lpstr>
      <vt:lpstr>1952 Kerns County 7.3</vt:lpstr>
      <vt:lpstr>AI - Words Matter</vt:lpstr>
      <vt:lpstr>1906 San Francisco Earthquake    7.8</vt:lpstr>
      <vt:lpstr>PowerPoint Presentation</vt:lpstr>
      <vt:lpstr>1989 Bay Area  6.9</vt:lpstr>
      <vt:lpstr>Conclusion</vt:lpstr>
      <vt:lpstr>Works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Claire Brown</dc:creator>
  <cp:lastModifiedBy>Connor Miclette</cp:lastModifiedBy>
  <cp:revision>1</cp:revision>
  <dcterms:created xsi:type="dcterms:W3CDTF">2026-04-25T19:53:11Z</dcterms:created>
  <dcterms:modified xsi:type="dcterms:W3CDTF">2026-05-06T16:16:07Z</dcterms:modified>
</cp:coreProperties>
</file>